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17"/>
  </p:notesMasterIdLst>
  <p:sldIdLst>
    <p:sldId id="256" r:id="rId3"/>
    <p:sldId id="258" r:id="rId4"/>
    <p:sldId id="259" r:id="rId5"/>
    <p:sldId id="260" r:id="rId6"/>
    <p:sldId id="261" r:id="rId7"/>
    <p:sldId id="262" r:id="rId8"/>
    <p:sldId id="301" r:id="rId9"/>
    <p:sldId id="308" r:id="rId10"/>
    <p:sldId id="307" r:id="rId11"/>
    <p:sldId id="306" r:id="rId12"/>
    <p:sldId id="305" r:id="rId13"/>
    <p:sldId id="304" r:id="rId14"/>
    <p:sldId id="309" r:id="rId15"/>
    <p:sldId id="265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E27160-EE70-478E-8643-84CA215F1B63}">
  <a:tblStyle styleId="{DFE27160-EE70-478E-8643-84CA215F1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274" y="82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7C685-B55E-019C-04AE-819AAD26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B54A2A8F-A60C-1535-5F5B-C7BB1389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012B77B-6596-2B7E-E990-6BBE4FBA75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4912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A47D4377-BA4A-6CD3-158C-996AB2D6B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B599791-6F13-C854-025E-9C6053994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ACCDAAC-837E-5700-8746-7A24DB35E2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4412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9510A05-A3BD-428C-0C29-A00DDF06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56AC46D0-DD66-9C36-29DE-8E3C380CA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31DB028-F5DC-7E93-0B21-70570900E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241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E3E3CECF-D803-320A-6F79-6935AD80B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CEBDE061-104B-0AA8-766A-3AA1A68A07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F302EE29-F91D-0229-D5DC-C557C296EB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30986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A664E54-021E-79E7-DA6E-75526A1B9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A7C3A992-0D1B-774D-0792-4E0E80F4B1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6CCFB1AE-347C-512F-F000-E0BD3BFF41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82706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30E740B4-BD53-44BE-2B76-87CAA3CF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>
            <a:extLst>
              <a:ext uri="{FF2B5EF4-FFF2-40B4-BE49-F238E27FC236}">
                <a16:creationId xmlns:a16="http://schemas.microsoft.com/office/drawing/2014/main" id="{9AE545CE-A21A-F207-08BD-13CC4740A7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>
            <a:extLst>
              <a:ext uri="{FF2B5EF4-FFF2-40B4-BE49-F238E27FC236}">
                <a16:creationId xmlns:a16="http://schemas.microsoft.com/office/drawing/2014/main" id="{24336025-44AF-8C85-1053-0016C58D42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2660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>
          <a:extLst>
            <a:ext uri="{FF2B5EF4-FFF2-40B4-BE49-F238E27FC236}">
              <a16:creationId xmlns:a16="http://schemas.microsoft.com/office/drawing/2014/main" id="{B50DD11A-D027-5C7C-5BDF-5698424A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>
            <a:extLst>
              <a:ext uri="{FF2B5EF4-FFF2-40B4-BE49-F238E27FC236}">
                <a16:creationId xmlns:a16="http://schemas.microsoft.com/office/drawing/2014/main" id="{CAA4DA2E-C6FA-42E3-FDCB-9516AEE16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>
            <a:extLst>
              <a:ext uri="{FF2B5EF4-FFF2-40B4-BE49-F238E27FC236}">
                <a16:creationId xmlns:a16="http://schemas.microsoft.com/office/drawing/2014/main" id="{3359BC78-A2DE-0C28-1E67-7F05FE491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10303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40213" y="1158524"/>
            <a:ext cx="7584300" cy="1846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прохождения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медосмотров</a:t>
            </a:r>
            <a:r>
              <a:rPr lang="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сотрудниками предприятий в поликлинике</a:t>
            </a:r>
            <a:endParaRPr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440213" y="4138025"/>
            <a:ext cx="3369801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Технический 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lvl="0">
              <a:buSzPts val="1100"/>
            </a:pPr>
            <a:r>
              <a:rPr lang="ru" sz="3000" dirty="0"/>
              <a:t>Тема: </a:t>
            </a:r>
            <a:r>
              <a:rPr lang="ru-RU" sz="3000" dirty="0"/>
              <a:t>Организация прохождения медосмотров сотрудниками предприятий в поликлинике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Губер Ксения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 Medium"/>
                <a:ea typeface="Roboto Medium"/>
                <a:cs typeface="Roboto Medium"/>
                <a:sym typeface="Roboto Medium"/>
              </a:rPr>
              <a:t>Разработчик одного из крупных интеграторов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2" name="Google Shape;291;p49">
            <a:extLst>
              <a:ext uri="{FF2B5EF4-FFF2-40B4-BE49-F238E27FC236}">
                <a16:creationId xmlns:a16="http://schemas.microsoft.com/office/drawing/2014/main" id="{ACFFBCA8-D028-BB26-1BA2-BC780811606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4687" y="2336401"/>
            <a:ext cx="1598985" cy="1676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План защиты</a:t>
            </a:r>
            <a:r>
              <a:rPr lang="en-US" dirty="0"/>
              <a:t> </a:t>
            </a:r>
            <a:r>
              <a:rPr lang="ru-RU" dirty="0"/>
              <a:t>проектной работы</a:t>
            </a:r>
            <a:endParaRPr dirty="0"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3950177369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базовый процесс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Организовать трансфер данных по заявкам на медосмотр через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Отразить архитектуру процесса с помощью различных схем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сценарные и </a:t>
                      </a:r>
                      <a:r>
                        <a:rPr lang="en-US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создать </a:t>
            </a:r>
            <a:r>
              <a:rPr lang="en-US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для организации процесса прохождения медосмотров в поликлинике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2116189793"/>
              </p:ext>
            </p:extLst>
          </p:nvPr>
        </p:nvGraphicFramePr>
        <p:xfrm>
          <a:off x="952500" y="1897775"/>
          <a:ext cx="7239000" cy="2219810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Платформа 1С:Предприятие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Visual Studio Code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Компонента для работы с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RMQ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Обработка для создания сценарных тестов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 Automation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ИИ-агент 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" name="Google Shape;316;p49">
            <a:extLst>
              <a:ext uri="{FF2B5EF4-FFF2-40B4-BE49-F238E27FC236}">
                <a16:creationId xmlns:a16="http://schemas.microsoft.com/office/drawing/2014/main" id="{8B9F17E0-6F72-4B54-2A08-81AA24F9A9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1191" y="3177229"/>
            <a:ext cx="508464" cy="508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6859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Метаданные конфигурации «</a:t>
            </a:r>
            <a:r>
              <a:rPr lang="en-US" sz="3000" dirty="0"/>
              <a:t>IT-</a:t>
            </a:r>
            <a:r>
              <a:rPr lang="ru-RU" sz="3000" dirty="0"/>
              <a:t>Клиника</a:t>
            </a:r>
            <a:r>
              <a:rPr lang="ru" sz="3000" dirty="0"/>
              <a:t>»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83ED8AE-C36D-5D0D-E942-A32831316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23" y="1155031"/>
            <a:ext cx="2728224" cy="35372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8C27B6C6-F95E-74E3-0364-DAD8E06D1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D490238-B23B-EF97-3798-190E353D06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“As-Is”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1F1FEE-BCEC-FC01-0DBB-35CDDAF10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9" y="1004637"/>
            <a:ext cx="8520601" cy="382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980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B52FE5C8-86D2-CF46-6CB8-988936406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D46E5E5B-2448-CD74-CE20-D40CC5566C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73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Бизнес-процесс </a:t>
            </a:r>
            <a:r>
              <a:rPr lang="en-US" sz="3000" dirty="0"/>
              <a:t>“To-Be” </a:t>
            </a:r>
            <a:r>
              <a:rPr lang="ru" sz="3000" dirty="0"/>
              <a:t>в нотации </a:t>
            </a:r>
            <a:r>
              <a:rPr lang="en-US" sz="3000" dirty="0"/>
              <a:t>BMPN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7E5EFA-DC25-468F-1F80-85733FBD8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71" y="931060"/>
            <a:ext cx="8716879" cy="35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4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79D6E4CD-FC6F-0241-7EB0-E76515E66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5E72D231-7C62-AAFA-67B0-00BBB082E5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28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Прототипы форм: АРМ медицинской комиссии и Медицинское заключение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0DFB6D-79DD-09E4-1459-1FE86D856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32" y="1903996"/>
            <a:ext cx="4813280" cy="180774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8429C7-C590-AE33-DC9B-20F80DBFD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014" y="1498250"/>
            <a:ext cx="3302243" cy="29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779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DF18BCC1-E79E-0416-6FAD-2F713C424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EA7A8BB6-639E-DA20-4ABF-6601B341B5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78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Модель </a:t>
            </a:r>
            <a:r>
              <a:rPr lang="en-US" sz="3000" dirty="0"/>
              <a:t>C4 </a:t>
            </a:r>
            <a:r>
              <a:rPr lang="ru-RU" sz="3000" dirty="0"/>
              <a:t>процесса медосмотра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1A741DB-72BB-DDC2-1888-1A4BFE95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98" y="894368"/>
            <a:ext cx="6978316" cy="39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0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54511625-CE0F-C7F8-D329-9FD0112B1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CACBEE58-006E-9058-4E19-3855CD5570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017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/>
              <a:t>ER-</a:t>
            </a:r>
            <a:r>
              <a:rPr lang="ru-RU" sz="3000" dirty="0"/>
              <a:t>диаграмма</a:t>
            </a:r>
            <a:endParaRPr sz="30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D45501-E35C-0F75-73F6-6AEE7C046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520" y="424113"/>
            <a:ext cx="2593764" cy="429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8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>
          <a:extLst>
            <a:ext uri="{FF2B5EF4-FFF2-40B4-BE49-F238E27FC236}">
              <a16:creationId xmlns:a16="http://schemas.microsoft.com/office/drawing/2014/main" id="{144BF088-9974-1037-940A-CA96D59E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>
            <a:extLst>
              <a:ext uri="{FF2B5EF4-FFF2-40B4-BE49-F238E27FC236}">
                <a16:creationId xmlns:a16="http://schemas.microsoft.com/office/drawing/2014/main" id="{A478948B-7EA0-D056-1397-EFBF3487B7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318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Сценарное тестирование </a:t>
            </a:r>
            <a:r>
              <a:rPr lang="en-US" sz="3000" dirty="0"/>
              <a:t>VA </a:t>
            </a:r>
            <a:r>
              <a:rPr lang="ru-RU" sz="3000" dirty="0"/>
              <a:t>и </a:t>
            </a:r>
            <a:r>
              <a:rPr lang="en-US" sz="3000" dirty="0" err="1"/>
              <a:t>YaxUnit</a:t>
            </a:r>
            <a:r>
              <a:rPr lang="en-US" sz="3000" dirty="0"/>
              <a:t>-</a:t>
            </a:r>
            <a:r>
              <a:rPr lang="ru-RU" sz="3000" dirty="0"/>
              <a:t>тесты</a:t>
            </a:r>
            <a:endParaRPr sz="3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3615CC-A20E-CFA3-B83C-40DED67D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60" y="3162990"/>
            <a:ext cx="6020937" cy="150262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613E382-8916-4AD4-77C6-24A8AE48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3353" y="791520"/>
            <a:ext cx="4199021" cy="237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236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>
          <a:extLst>
            <a:ext uri="{FF2B5EF4-FFF2-40B4-BE49-F238E27FC236}">
              <a16:creationId xmlns:a16="http://schemas.microsoft.com/office/drawing/2014/main" id="{762CD8F9-DA00-7266-0F99-5403D8BCB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>
            <a:extLst>
              <a:ext uri="{FF2B5EF4-FFF2-40B4-BE49-F238E27FC236}">
                <a16:creationId xmlns:a16="http://schemas.microsoft.com/office/drawing/2014/main" id="{E8F6E38A-6356-25CC-05F4-8E850CCDA387}"/>
              </a:ext>
            </a:extLst>
          </p:cNvPr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>
            <a:extLst>
              <a:ext uri="{FF2B5EF4-FFF2-40B4-BE49-F238E27FC236}">
                <a16:creationId xmlns:a16="http://schemas.microsoft.com/office/drawing/2014/main" id="{C649EA98-C20E-8A1A-2D7B-0D22A978C2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6739363"/>
              </p:ext>
            </p:extLst>
          </p:nvPr>
        </p:nvGraphicFramePr>
        <p:xfrm>
          <a:off x="778042" y="1545929"/>
          <a:ext cx="7239000" cy="2382382"/>
        </p:xfrm>
        <a:graphic>
          <a:graphicData uri="http://schemas.openxmlformats.org/drawingml/2006/table">
            <a:tbl>
              <a:tblPr>
                <a:noFill/>
                <a:tableStyleId>{DFE27160-EE70-478E-8643-84CA215F1B63}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Спроектирована базовая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организации прохождения медосмотров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Закреплены навыки работы с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Разработаны сценарные тесты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 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YaxUnit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тесты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Получен опыт взаимодействия </a:t>
                      </a: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 ИИ-агентом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78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0542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205</Words>
  <Application>Microsoft Office PowerPoint</Application>
  <PresentationFormat>Экран (16:9)</PresentationFormat>
  <Paragraphs>49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Roboto Medium</vt:lpstr>
      <vt:lpstr>Courier New</vt:lpstr>
      <vt:lpstr>Arial</vt:lpstr>
      <vt:lpstr>Roboto</vt:lpstr>
      <vt:lpstr>Светлая тема</vt:lpstr>
      <vt:lpstr>Светлая тема</vt:lpstr>
      <vt:lpstr>Презентация PowerPoint</vt:lpstr>
      <vt:lpstr>Защита проекта Тема: Организация прохождения медосмотров сотрудниками предприятий в поликлинике   </vt:lpstr>
      <vt:lpstr>План защиты проектной работы</vt:lpstr>
      <vt:lpstr>Презентация PowerPoint</vt:lpstr>
      <vt:lpstr>Какие технологии использовались </vt:lpstr>
      <vt:lpstr>Метаданные конфигурации «IT-Клиника»</vt:lpstr>
      <vt:lpstr>Бизнес-процесс “As-Is” в нотации BMPN</vt:lpstr>
      <vt:lpstr>Бизнес-процесс “To-Be” в нотации BMPN</vt:lpstr>
      <vt:lpstr>Прототипы форм: АРМ медицинской комиссии и Медицинское заключение</vt:lpstr>
      <vt:lpstr>Модель C4 процесса медосмотра</vt:lpstr>
      <vt:lpstr>ER-диаграмма</vt:lpstr>
      <vt:lpstr>Сценарное тестирование VA и YaxUnit-тесты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Ксения Губер</cp:lastModifiedBy>
  <cp:revision>28</cp:revision>
  <dcterms:modified xsi:type="dcterms:W3CDTF">2026-04-06T13:15:23Z</dcterms:modified>
</cp:coreProperties>
</file>