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17"/>
  </p:notesMasterIdLst>
  <p:sldIdLst>
    <p:sldId id="256" r:id="rId3"/>
    <p:sldId id="258" r:id="rId4"/>
    <p:sldId id="259" r:id="rId5"/>
    <p:sldId id="260" r:id="rId6"/>
    <p:sldId id="261" r:id="rId7"/>
    <p:sldId id="262" r:id="rId8"/>
    <p:sldId id="301" r:id="rId9"/>
    <p:sldId id="308" r:id="rId10"/>
    <p:sldId id="307" r:id="rId11"/>
    <p:sldId id="306" r:id="rId12"/>
    <p:sldId id="305" r:id="rId13"/>
    <p:sldId id="304" r:id="rId14"/>
    <p:sldId id="309" r:id="rId15"/>
    <p:sldId id="265" r:id="rId1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8"/>
      <p:bold r:id="rId19"/>
      <p:italic r:id="rId20"/>
      <p:boldItalic r:id="rId21"/>
    </p:embeddedFont>
    <p:embeddedFont>
      <p:font typeface="Roboto Medium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FE27160-EE70-478E-8643-84CA215F1B63}">
  <a:tblStyle styleId="{DFE27160-EE70-478E-8643-84CA215F1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74" y="82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font" Target="fonts/font4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7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1C7C685-B55E-019C-04AE-819AAD26E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B54A2A8F-A60C-1535-5F5B-C7BB138998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2012B77B-6596-2B7E-E990-6BBE4FBA75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4912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A47D4377-BA4A-6CD3-158C-996AB2D6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5B599791-6F13-C854-025E-9C60539949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FACCDAAC-837E-5700-8746-7A24DB35E2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44412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9510A05-A3BD-428C-0C29-A00DDF065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56AC46D0-DD66-9C36-29DE-8E3C380CA6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631DB028-F5DC-7E93-0B21-70570900E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9241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3E3CECF-D803-320A-6F79-6935AD80B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CEBDE061-104B-0AA8-766A-3AA1A68A0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F302EE29-F91D-0229-D5DC-C557C296E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3098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A664E54-021E-79E7-DA6E-75526A1B9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A7C3A992-0D1B-774D-0792-4E0E80F4B1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6CCFB1AE-347C-512F-F000-E0BD3BFF41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82706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30E740B4-BD53-44BE-2B76-87CAA3CF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9AE545CE-A21A-F207-08BD-13CC4740A7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24336025-44AF-8C85-1053-0016C58D4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2660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B50DD11A-D027-5C7C-5BDF-5698424A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>
            <a:extLst>
              <a:ext uri="{FF2B5EF4-FFF2-40B4-BE49-F238E27FC236}">
                <a16:creationId xmlns:a16="http://schemas.microsoft.com/office/drawing/2014/main" id="{CAA4DA2E-C6FA-42E3-FDCB-9516AEE162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>
            <a:extLst>
              <a:ext uri="{FF2B5EF4-FFF2-40B4-BE49-F238E27FC236}">
                <a16:creationId xmlns:a16="http://schemas.microsoft.com/office/drawing/2014/main" id="{3359BC78-A2DE-0C28-1E67-7F05FE491E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030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40213" y="1158524"/>
            <a:ext cx="7584300" cy="1846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Организация прохождения </a:t>
            </a:r>
            <a:r>
              <a:rPr lang="ru-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медосмотров</a:t>
            </a:r>
            <a:r>
              <a:rPr lang="ru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сотрудниками предприятий в поликлинике</a:t>
            </a:r>
            <a:endParaRPr sz="45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440213" y="4138025"/>
            <a:ext cx="3369801" cy="447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 dirty="0">
                <a:solidFill>
                  <a:srgbClr val="FFFFFF"/>
                </a:solidFill>
                <a:latin typeface="Roboto Medium"/>
                <a:ea typeface="Roboto Medium"/>
                <a:cs typeface="Roboto Medium"/>
                <a:sym typeface="Roboto Medium"/>
              </a:rPr>
              <a:t>Технический архитектор 1С</a:t>
            </a:r>
            <a:endParaRPr sz="1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3000" dirty="0"/>
              <a:t>Тема: </a:t>
            </a:r>
            <a:r>
              <a:rPr lang="ru-RU" sz="3000" dirty="0"/>
              <a:t>Организация прохождения медосмотров сотрудниками предприятий в поликлинике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5" name="Google Shape;165;p37"/>
          <p:cNvSpPr txBox="1"/>
          <p:nvPr/>
        </p:nvSpPr>
        <p:spPr>
          <a:xfrm>
            <a:off x="3899475" y="2336401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Губер Ксения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3899475" y="2893375"/>
            <a:ext cx="31932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latin typeface="Roboto Medium"/>
                <a:ea typeface="Roboto Medium"/>
                <a:cs typeface="Roboto Medium"/>
                <a:sym typeface="Roboto Medium"/>
              </a:rPr>
              <a:t>Разработчик одного из крупных интеграторов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2" name="Google Shape;291;p49">
            <a:extLst>
              <a:ext uri="{FF2B5EF4-FFF2-40B4-BE49-F238E27FC236}">
                <a16:creationId xmlns:a16="http://schemas.microsoft.com/office/drawing/2014/main" id="{ACFFBCA8-D028-BB26-1BA2-BC780811606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4687" y="2336401"/>
            <a:ext cx="1598985" cy="1676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План защиты</a:t>
            </a:r>
            <a:r>
              <a:rPr lang="en-US" dirty="0"/>
              <a:t> </a:t>
            </a:r>
            <a:r>
              <a:rPr lang="ru-RU" dirty="0"/>
              <a:t>проектной работы</a:t>
            </a:r>
            <a:endParaRPr dirty="0"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3950177369"/>
              </p:ext>
            </p:extLst>
          </p:nvPr>
        </p:nvGraphicFramePr>
        <p:xfrm>
          <a:off x="952500" y="2382125"/>
          <a:ext cx="7239000" cy="2150722"/>
        </p:xfrm>
        <a:graphic>
          <a:graphicData uri="http://schemas.openxmlformats.org/drawingml/2006/table">
            <a:tbl>
              <a:tblPr>
                <a:noFill/>
                <a:tableStyleId>{DFE27160-EE70-478E-8643-84CA215F1B63}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Реализовать базовый процесс прохождения медосмотров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Организовать трансфер данных по заявкам на медосмотр через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RMQ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Отразить архитектуру процесса с помощью различных схем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сценарные и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YaxUnit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тесты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7" name="Google Shape;187;p39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создать </a:t>
            </a:r>
            <a:r>
              <a:rPr lang="en-US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MVP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для организации процесса прохождения медосмотров в поликлинике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Какие технологии использовались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116189793"/>
              </p:ext>
            </p:extLst>
          </p:nvPr>
        </p:nvGraphicFramePr>
        <p:xfrm>
          <a:off x="952500" y="1897775"/>
          <a:ext cx="7239000" cy="2219810"/>
        </p:xfrm>
        <a:graphic>
          <a:graphicData uri="http://schemas.openxmlformats.org/drawingml/2006/table">
            <a:tbl>
              <a:tblPr>
                <a:noFill/>
                <a:tableStyleId>{DFE27160-EE70-478E-8643-84CA215F1B63}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Платформа 1С:Предприятие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Visual Studio Code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Компонента для работы с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RMQ 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Обработка для создания сценарных тестов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Vanessa Automation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ИИ-агент 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" name="Google Shape;316;p49">
            <a:extLst>
              <a:ext uri="{FF2B5EF4-FFF2-40B4-BE49-F238E27FC236}">
                <a16:creationId xmlns:a16="http://schemas.microsoft.com/office/drawing/2014/main" id="{8B9F17E0-6F72-4B54-2A08-81AA24F9A9F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1191" y="3177229"/>
            <a:ext cx="508464" cy="5084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5"/>
            <a:ext cx="8520600" cy="685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Метаданные конфигурации «</a:t>
            </a:r>
            <a:r>
              <a:rPr lang="en-US" sz="3000" dirty="0"/>
              <a:t>IT-</a:t>
            </a:r>
            <a:r>
              <a:rPr lang="ru-RU" sz="3000" dirty="0"/>
              <a:t>Клиника</a:t>
            </a:r>
            <a:r>
              <a:rPr lang="ru" sz="3000" dirty="0"/>
              <a:t>»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83ED8AE-C36D-5D0D-E942-A32831316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7623" y="1155031"/>
            <a:ext cx="2728224" cy="3537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C27B6C6-F95E-74E3-0364-DAD8E06D1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ED490238-B23B-EF97-3798-190E353D06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73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Бизнес-процесс </a:t>
            </a:r>
            <a:r>
              <a:rPr lang="en-US" sz="3000" dirty="0"/>
              <a:t>“As-Is” </a:t>
            </a:r>
            <a:r>
              <a:rPr lang="ru" sz="3000" dirty="0"/>
              <a:t>в нотации </a:t>
            </a:r>
            <a:r>
              <a:rPr lang="en-US" sz="3000" dirty="0"/>
              <a:t>BMPN</a:t>
            </a:r>
            <a:endParaRPr sz="3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1F1FEE-BCEC-FC01-0DBB-35CDDAF1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699" y="1004637"/>
            <a:ext cx="8520601" cy="3822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80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52FE5C8-86D2-CF46-6CB8-988936406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D46E5E5B-2448-CD74-CE20-D40CC5566C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739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Бизнес-процесс </a:t>
            </a:r>
            <a:r>
              <a:rPr lang="en-US" sz="3000" dirty="0"/>
              <a:t>“To-Be” </a:t>
            </a:r>
            <a:r>
              <a:rPr lang="ru" sz="3000" dirty="0"/>
              <a:t>в нотации </a:t>
            </a:r>
            <a:r>
              <a:rPr lang="en-US" sz="3000" dirty="0"/>
              <a:t>BMPN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CFCFD5-02D6-0689-26FA-F7306004D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08" y="1004637"/>
            <a:ext cx="8643450" cy="3484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945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79D6E4CD-FC6F-0241-7EB0-E76515E66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5E72D231-7C62-AAFA-67B0-00BBB082E5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28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Прототипы форм: АРМ медицинской комиссии и Медицинское заключение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70DFB6D-79DD-09E4-1459-1FE86D856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32" y="1903996"/>
            <a:ext cx="4813280" cy="180774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08429C7-C590-AE33-DC9B-20F80DBFD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014" y="1498250"/>
            <a:ext cx="3302243" cy="295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79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DF18BCC1-E79E-0416-6FAD-2F713C424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EA7A8BB6-639E-DA20-4ABF-6601B341B5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37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Модель </a:t>
            </a:r>
            <a:r>
              <a:rPr lang="en-US" sz="3000" dirty="0"/>
              <a:t>C4 </a:t>
            </a:r>
            <a:r>
              <a:rPr lang="ru-RU" sz="3000" dirty="0"/>
              <a:t>процесса медосмотра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63C1971-184F-9A69-CF8D-8E0FE05DD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526" y="855017"/>
            <a:ext cx="6400770" cy="406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50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54511625-CE0F-C7F8-D329-9FD0112B1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CACBEE58-006E-9058-4E19-3855CD5570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017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ER-</a:t>
            </a:r>
            <a:r>
              <a:rPr lang="ru-RU" sz="3000" dirty="0"/>
              <a:t>диаграмма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0D45501-E35C-0F75-73F6-6AEE7C046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4520" y="424113"/>
            <a:ext cx="2593764" cy="429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88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144BF088-9974-1037-940A-CA96D59E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A478948B-7EA0-D056-1397-EFBF3487B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6318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Сценарное тестирование </a:t>
            </a:r>
            <a:r>
              <a:rPr lang="en-US" sz="3000" dirty="0"/>
              <a:t>VA </a:t>
            </a:r>
            <a:r>
              <a:rPr lang="ru-RU" sz="3000" dirty="0"/>
              <a:t>и </a:t>
            </a:r>
            <a:r>
              <a:rPr lang="en-US" sz="3000" dirty="0" err="1"/>
              <a:t>YaxUnit</a:t>
            </a:r>
            <a:r>
              <a:rPr lang="en-US" sz="3000" dirty="0"/>
              <a:t>-</a:t>
            </a:r>
            <a:r>
              <a:rPr lang="ru-RU" sz="3000" dirty="0"/>
              <a:t>тесты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51FDC1B-4F7B-B9E4-32B4-86839DEF20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905" y="3017584"/>
            <a:ext cx="6611353" cy="194067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39AFE31-7484-02C7-08B8-E979693DC9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60" y="855572"/>
            <a:ext cx="6481878" cy="206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36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762CD8F9-DA00-7266-0F99-5403D8BCB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>
            <a:extLst>
              <a:ext uri="{FF2B5EF4-FFF2-40B4-BE49-F238E27FC236}">
                <a16:creationId xmlns:a16="http://schemas.microsoft.com/office/drawing/2014/main" id="{E8F6E38A-6356-25CC-05F4-8E850CCDA387}"/>
              </a:ext>
            </a:extLst>
          </p:cNvPr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 sz="3000" b="1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>
            <a:extLst>
              <a:ext uri="{FF2B5EF4-FFF2-40B4-BE49-F238E27FC236}">
                <a16:creationId xmlns:a16="http://schemas.microsoft.com/office/drawing/2014/main" id="{C649EA98-C20E-8A1A-2D7B-0D22A978C2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6739363"/>
              </p:ext>
            </p:extLst>
          </p:nvPr>
        </p:nvGraphicFramePr>
        <p:xfrm>
          <a:off x="778042" y="1545929"/>
          <a:ext cx="7239000" cy="2382382"/>
        </p:xfrm>
        <a:graphic>
          <a:graphicData uri="http://schemas.openxmlformats.org/drawingml/2006/table">
            <a:tbl>
              <a:tblPr>
                <a:noFill/>
                <a:tableStyleId>{DFE27160-EE70-478E-8643-84CA215F1B63}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Спроектирована базовая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MVP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для организации прохождения медосмотров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Закреплены навыки работы с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RabbitMQ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Разработаны сценарные тесты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YaxUnit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тесты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Получен опыт взаимодействия </a:t>
                      </a:r>
                      <a:r>
                        <a:rPr lang="ru-RU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 ИИ-агентом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78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0542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205</Words>
  <Application>Microsoft Office PowerPoint</Application>
  <PresentationFormat>Экран (16:9)</PresentationFormat>
  <Paragraphs>49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Roboto</vt:lpstr>
      <vt:lpstr>Roboto Medium</vt:lpstr>
      <vt:lpstr>Courier New</vt:lpstr>
      <vt:lpstr>Светлая тема</vt:lpstr>
      <vt:lpstr>Светлая тема</vt:lpstr>
      <vt:lpstr>Презентация PowerPoint</vt:lpstr>
      <vt:lpstr>Защита проекта Тема: Организация прохождения медосмотров сотрудниками предприятий в поликлинике   </vt:lpstr>
      <vt:lpstr>План защиты проектной работы</vt:lpstr>
      <vt:lpstr>Презентация PowerPoint</vt:lpstr>
      <vt:lpstr>Какие технологии использовались </vt:lpstr>
      <vt:lpstr>Метаданные конфигурации «IT-Клиника»</vt:lpstr>
      <vt:lpstr>Бизнес-процесс “As-Is” в нотации BMPN</vt:lpstr>
      <vt:lpstr>Бизнес-процесс “To-Be” в нотации BMPN</vt:lpstr>
      <vt:lpstr>Прототипы форм: АРМ медицинской комиссии и Медицинское заключение</vt:lpstr>
      <vt:lpstr>Модель C4 процесса медосмотра</vt:lpstr>
      <vt:lpstr>ER-диаграмма</vt:lpstr>
      <vt:lpstr>Сценарное тестирование VA и YaxUnit-тесты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Ксения Губер</cp:lastModifiedBy>
  <cp:revision>20</cp:revision>
  <dcterms:modified xsi:type="dcterms:W3CDTF">2026-04-02T16:58:46Z</dcterms:modified>
</cp:coreProperties>
</file>